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Demontieux" userId="9ebd62e747159e42" providerId="LiveId" clId="{2E2AF9A0-1E00-48C3-BCB3-51C2CDEAAF28}"/>
    <pc:docChg chg="undo redo custSel modSld">
      <pc:chgData name="Carlos Demontieux" userId="9ebd62e747159e42" providerId="LiveId" clId="{2E2AF9A0-1E00-48C3-BCB3-51C2CDEAAF28}" dt="2026-08-12T13:48:04.381" v="3359" actId="207"/>
      <pc:docMkLst>
        <pc:docMk/>
      </pc:docMkLst>
      <pc:sldChg chg="modSp mod">
        <pc:chgData name="Carlos Demontieux" userId="9ebd62e747159e42" providerId="LiveId" clId="{2E2AF9A0-1E00-48C3-BCB3-51C2CDEAAF28}" dt="2026-08-12T13:48:04.381" v="3359" actId="207"/>
        <pc:sldMkLst>
          <pc:docMk/>
          <pc:sldMk cId="0" sldId="257"/>
        </pc:sldMkLst>
        <pc:spChg chg="mod">
          <ac:chgData name="Carlos Demontieux" userId="9ebd62e747159e42" providerId="LiveId" clId="{2E2AF9A0-1E00-48C3-BCB3-51C2CDEAAF28}" dt="2026-07-27T16:40:58.388" v="3072" actId="1036"/>
          <ac:spMkLst>
            <pc:docMk/>
            <pc:sldMk cId="0" sldId="257"/>
            <ac:spMk id="3" creationId="{09930FA5-43EB-E502-9DC7-162B0EEE148D}"/>
          </ac:spMkLst>
        </pc:spChg>
        <pc:spChg chg="mod">
          <ac:chgData name="Carlos Demontieux" userId="9ebd62e747159e42" providerId="LiveId" clId="{2E2AF9A0-1E00-48C3-BCB3-51C2CDEAAF28}" dt="2026-07-27T16:25:41.413" v="2899"/>
          <ac:spMkLst>
            <pc:docMk/>
            <pc:sldMk cId="0" sldId="257"/>
            <ac:spMk id="20" creationId="{00000000-0000-0000-0000-000000000000}"/>
          </ac:spMkLst>
        </pc:spChg>
        <pc:graphicFrameChg chg="mod modGraphic">
          <ac:chgData name="Carlos Demontieux" userId="9ebd62e747159e42" providerId="LiveId" clId="{2E2AF9A0-1E00-48C3-BCB3-51C2CDEAAF28}" dt="2026-08-12T13:48:04.381" v="3359" actId="207"/>
          <ac:graphicFrameMkLst>
            <pc:docMk/>
            <pc:sldMk cId="0" sldId="257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0B395-2DD1-4E0C-AD7F-C33E717CE14B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66332-D461-43D9-A1C1-8FF0295CCEC5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0668-4D83-4069-9DE9-1D1456FC5E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DEC2-1FF4-4C59-8A2D-61D41A1023E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0668-4D83-4069-9DE9-1D1456FC5E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DEC2-1FF4-4C59-8A2D-61D41A1023E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0668-4D83-4069-9DE9-1D1456FC5E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DEC2-1FF4-4C59-8A2D-61D41A1023E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0668-4D83-4069-9DE9-1D1456FC5E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DEC2-1FF4-4C59-8A2D-61D41A1023E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0668-4D83-4069-9DE9-1D1456FC5E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DEC2-1FF4-4C59-8A2D-61D41A1023E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0668-4D83-4069-9DE9-1D1456FC5E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DEC2-1FF4-4C59-8A2D-61D41A1023E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0668-4D83-4069-9DE9-1D1456FC5E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DEC2-1FF4-4C59-8A2D-61D41A1023E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0668-4D83-4069-9DE9-1D1456FC5E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DEC2-1FF4-4C59-8A2D-61D41A1023E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0668-4D83-4069-9DE9-1D1456FC5E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DEC2-1FF4-4C59-8A2D-61D41A1023E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0668-4D83-4069-9DE9-1D1456FC5E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DEC2-1FF4-4C59-8A2D-61D41A1023E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0668-4D83-4069-9DE9-1D1456FC5E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DEC2-1FF4-4C59-8A2D-61D41A1023E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A0668-4D83-4069-9DE9-1D1456FC5E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9DEC2-1FF4-4C59-8A2D-61D41A1023E7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/>
            <a:r>
              <a:rPr lang="pt-BR" b="1"/>
              <a:t>23/08</a:t>
            </a:r>
            <a:endParaRPr lang="pt-BR"/>
          </a:p>
          <a:p>
            <a:pPr fontAlgn="t"/>
            <a:r>
              <a:rPr lang="pt-BR" b="1"/>
              <a:t>Culto de Missões</a:t>
            </a:r>
            <a:endParaRPr lang="pt-BR"/>
          </a:p>
          <a:p>
            <a:pPr fontAlgn="t"/>
            <a:r>
              <a:rPr lang="pt-BR" b="1"/>
              <a:t>Dca. Lorena</a:t>
            </a:r>
            <a:endParaRPr lang="pt-BR"/>
          </a:p>
          <a:p>
            <a:pPr fontAlgn="t"/>
            <a:r>
              <a:rPr lang="pt-BR" b="1"/>
              <a:t>Pr. Demontieux</a:t>
            </a:r>
            <a:endParaRPr lang="pt-BR"/>
          </a:p>
          <a:p>
            <a:pPr fontAlgn="t"/>
            <a:r>
              <a:rPr lang="pt-BR" b="1"/>
              <a:t>Daniel</a:t>
            </a:r>
            <a:endParaRPr lang="pt-BR"/>
          </a:p>
        </p:txBody>
      </p:sp>
      <p:sp>
        <p:nvSpPr>
          <p:cNvPr id="22" name="Freeform: Shap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Isosceles Tri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450586"/>
              </p:ext>
            </p:extLst>
          </p:nvPr>
        </p:nvGraphicFramePr>
        <p:xfrm>
          <a:off x="0" y="6630"/>
          <a:ext cx="12192001" cy="6575436"/>
        </p:xfrm>
        <a:graphic>
          <a:graphicData uri="http://schemas.openxmlformats.org/drawingml/2006/table">
            <a:tbl>
              <a:tblPr firstRow="1" firstCol="1" bandRow="1"/>
              <a:tblGrid>
                <a:gridCol w="1067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792">
                  <a:extLst>
                    <a:ext uri="{9D8B030D-6E8A-4147-A177-3AD203B41FA5}">
                      <a16:colId xmlns:a16="http://schemas.microsoft.com/office/drawing/2014/main" val="2509454008"/>
                    </a:ext>
                  </a:extLst>
                </a:gridCol>
                <a:gridCol w="1943582">
                  <a:extLst>
                    <a:ext uri="{9D8B030D-6E8A-4147-A177-3AD203B41FA5}">
                      <a16:colId xmlns:a16="http://schemas.microsoft.com/office/drawing/2014/main" val="1476837734"/>
                    </a:ext>
                  </a:extLst>
                </a:gridCol>
                <a:gridCol w="1965721">
                  <a:extLst>
                    <a:ext uri="{9D8B030D-6E8A-4147-A177-3AD203B41FA5}">
                      <a16:colId xmlns:a16="http://schemas.microsoft.com/office/drawing/2014/main" val="999629136"/>
                    </a:ext>
                  </a:extLst>
                </a:gridCol>
                <a:gridCol w="1718125">
                  <a:extLst>
                    <a:ext uri="{9D8B030D-6E8A-4147-A177-3AD203B41FA5}">
                      <a16:colId xmlns:a16="http://schemas.microsoft.com/office/drawing/2014/main" val="883396039"/>
                    </a:ext>
                  </a:extLst>
                </a:gridCol>
              </a:tblGrid>
              <a:tr h="746584">
                <a:tc gridSpan="6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pt-BR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badi" panose="020B0604020104020204" pitchFamily="34" charset="0"/>
                          <a:cs typeface="Times New Roman" panose="02020603050405020304" pitchFamily="18" charset="0"/>
                        </a:rPr>
                        <a:t>Escala de Serviço Religioso dos Cultos da IABN - Agosto</a:t>
                      </a:r>
                      <a:r>
                        <a:rPr kumimoji="0" lang="pt-BR" altLang="pt-BR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badi" panose="020B0604020104020204" pitchFamily="34" charset="0"/>
                          <a:cs typeface="Times New Roman" panose="02020603050405020304" pitchFamily="18" charset="0"/>
                        </a:rPr>
                        <a:t>/2026</a:t>
                      </a:r>
                      <a:endParaRPr kumimoji="0" lang="pt-BR" altLang="pt-BR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 marL="167416" marR="167416" marT="2325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pt-BR" altLang="pt-BR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255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800" b="1" i="0" u="none" strike="noStrike" kern="100" dirty="0">
                          <a:solidFill>
                            <a:schemeClr val="bg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pt-BR" sz="18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badi" panose="020B0604020104020204" pitchFamily="34" charset="0"/>
                        </a:rPr>
                        <a:t>Dia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800" b="1" i="0" u="none" strike="noStrike" kern="100" dirty="0">
                          <a:solidFill>
                            <a:schemeClr val="bg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Culto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800" b="1" i="0" u="none" strike="noStrike" kern="100" dirty="0">
                          <a:solidFill>
                            <a:schemeClr val="bg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Dirigente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800" b="1" i="0" u="none" strike="noStrike" kern="100">
                          <a:solidFill>
                            <a:schemeClr val="bg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Preletor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800" b="1" i="0" u="none" strike="noStrike" kern="100">
                          <a:solidFill>
                            <a:schemeClr val="bg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Recepção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800" b="1" i="0" u="none" strike="noStrike" kern="100">
                          <a:solidFill>
                            <a:schemeClr val="bg1"/>
                          </a:solidFill>
                          <a:effectLst/>
                          <a:latin typeface="Abadi" panose="020B0604020104020204" pitchFamily="34" charset="0"/>
                          <a:cs typeface="Times New Roman" panose="02020603050405020304" pitchFamily="18" charset="0"/>
                        </a:rPr>
                        <a:t>Portaria 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167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02/08</a:t>
                      </a:r>
                      <a:endParaRPr lang="pt-BR" sz="1600" b="1" i="0" u="none" strike="noStrike" dirty="0">
                        <a:solidFill>
                          <a:srgbClr val="00206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Culto da Família</a:t>
                      </a:r>
                      <a:endParaRPr lang="pt-BR" sz="1600" b="1" i="0" u="none" strike="noStrike" dirty="0">
                        <a:solidFill>
                          <a:srgbClr val="00206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Pr. William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Pr. Demontieux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Dalila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</a:rPr>
                        <a:t>Marquinhos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3126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6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05/08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Culto de Oração e Escola Bíblica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cs typeface="Times New Roman" panose="02020603050405020304" pitchFamily="18" charset="0"/>
                        </a:rPr>
                        <a:t>Fernanda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Dc. Regys</a:t>
                      </a:r>
                      <a:endParaRPr lang="pt-BR" sz="1600" b="1" i="0" u="none" strike="noStrike" kern="1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Pietro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Júnior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8049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09/08</a:t>
                      </a:r>
                      <a:endParaRPr lang="pt-BR" sz="1600" b="1" i="0" u="none" strike="noStrike" dirty="0">
                        <a:solidFill>
                          <a:srgbClr val="00206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Celebração da Ceia do Senhor</a:t>
                      </a:r>
                      <a:endParaRPr lang="pt-BR" sz="1600" b="1" i="0" u="none" strike="noStrike" dirty="0">
                        <a:solidFill>
                          <a:srgbClr val="00206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Pra. Mônica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Pr. Demontieux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Darliany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cs typeface="Times New Roman" panose="02020603050405020304" pitchFamily="18" charset="0"/>
                        </a:rPr>
                        <a:t>Daniel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49358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6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12/08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Culto de Oração e Escola Bíblica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Dc. Ednei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Dc. Regys</a:t>
                      </a:r>
                      <a:endParaRPr lang="pt-BR" sz="1600" b="1" i="0" u="none" strike="noStrike" kern="1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Eduardo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Danilo</a:t>
                      </a:r>
                      <a:endParaRPr lang="pt-BR" sz="1600" b="1" i="0" u="none" strike="noStrike" kern="1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631370"/>
                  </a:ext>
                </a:extLst>
              </a:tr>
              <a:tr h="588769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16/08</a:t>
                      </a:r>
                      <a:endParaRPr lang="pt-BR" sz="1600" b="1" i="0" u="none" strike="noStrike" dirty="0">
                        <a:solidFill>
                          <a:srgbClr val="00206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</a:rPr>
                        <a:t>Culto de Celebração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Pr. William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Pr. Demontieux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Fernanda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</a:rPr>
                        <a:t>Júnior</a:t>
                      </a:r>
                      <a:endParaRPr lang="pt-BR" sz="1600" b="1" i="0" u="none" strike="noStrike" kern="100" dirty="0">
                        <a:solidFill>
                          <a:srgbClr val="002060"/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53196"/>
                  </a:ext>
                </a:extLst>
              </a:tr>
              <a:tr h="567208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6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19/08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Culto de Oração e Escola Bíblica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Neire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Dc. Regys</a:t>
                      </a:r>
                      <a:endParaRPr lang="pt-BR" sz="1600" b="1" i="0" u="none" strike="noStrike" kern="1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Enoc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cs typeface="Times New Roman" panose="02020603050405020304" pitchFamily="18" charset="0"/>
                        </a:rPr>
                        <a:t>Enoc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847454"/>
                  </a:ext>
                </a:extLst>
              </a:tr>
              <a:tr h="579204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23/08</a:t>
                      </a:r>
                      <a:endParaRPr lang="pt-BR" sz="1600" b="1" i="0" u="none" strike="noStrike" dirty="0">
                        <a:solidFill>
                          <a:srgbClr val="00206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</a:rPr>
                        <a:t>Culto de Celebração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Pr. William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Pra. Mônica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Pâmela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cs typeface="Times New Roman" panose="02020603050405020304" pitchFamily="18" charset="0"/>
                        </a:rPr>
                        <a:t>Daniel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721971"/>
                  </a:ext>
                </a:extLst>
              </a:tr>
              <a:tr h="649358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26/08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Culto de Oração e Escola Bíblica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Danilo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Dc. Regys</a:t>
                      </a:r>
                      <a:endParaRPr lang="pt-BR" sz="1600" b="1" i="0" u="none" strike="noStrike" kern="1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Zé Carlos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</a:rPr>
                        <a:t>Danilo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166169"/>
                  </a:ext>
                </a:extLst>
              </a:tr>
              <a:tr h="649358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30/08</a:t>
                      </a:r>
                      <a:endParaRPr lang="pt-BR" sz="1600" b="1" i="0" u="none" strike="noStrike" dirty="0">
                        <a:solidFill>
                          <a:srgbClr val="00206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</a:rPr>
                        <a:t>Culto de Missões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Dca. Lorena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Missionários Erasmo &amp; Salete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600" b="1" i="0" u="none" strike="noStrike" kern="100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Pr. William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Abadi" panose="020B0604020104020204" pitchFamily="34" charset="0"/>
                        </a:rPr>
                        <a:t>Marquinhos</a:t>
                      </a:r>
                    </a:p>
                  </a:txBody>
                  <a:tcPr marL="167416" marR="167416" marT="232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242419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09930FA5-43EB-E502-9DC7-162B0EEE148D}"/>
              </a:ext>
            </a:extLst>
          </p:cNvPr>
          <p:cNvSpPr txBox="1"/>
          <p:nvPr/>
        </p:nvSpPr>
        <p:spPr>
          <a:xfrm>
            <a:off x="-429" y="6513414"/>
            <a:ext cx="121647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altLang="pt-BR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Observação:</a:t>
            </a:r>
            <a:r>
              <a:rPr kumimoji="0" lang="pt-BR" altLang="pt-BR" sz="16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Caso alguém escalado não possa vir no dia, por favor avisar com antecedência para substituição, ligando para a nossa secretaria.</a:t>
            </a: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179</Words>
  <Application>Microsoft Office PowerPoint</Application>
  <PresentationFormat>Widescreen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Abadi</vt:lpstr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Demontieux</dc:creator>
  <cp:lastModifiedBy>Carlos Demontieux</cp:lastModifiedBy>
  <cp:revision>130</cp:revision>
  <dcterms:created xsi:type="dcterms:W3CDTF">2021-06-08T02:57:00Z</dcterms:created>
  <dcterms:modified xsi:type="dcterms:W3CDTF">2026-08-12T13:48:10Z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AE8EE74359E04ABAA145652AB9588A2C</vt:lpwstr>
  </property>
  <property fmtid="{D5CDD505-2E9C-101B-9397-08002B2CF9AE}" pid="3" name="KSOProductBuildVer">
    <vt:lpwstr>1046-12.2.0.20326</vt:lpwstr>
  </property>
</Properties>
</file>
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Demontieux" userId="9ebd62e747159e42" providerId="LiveId" clId="{2E2AF9A0-1E00-48C3-BCB3-51C2CDEAAF28}"/>
    <pc:docChg chg="undo custSel addSld delSld modSld">
      <pc:chgData name="Carlos Demontieux" userId="9ebd62e747159e42" providerId="LiveId" clId="{2E2AF9A0-1E00-48C3-BCB3-51C2CDEAAF28}" dt="2026-08-28T16:15:28.919" v="1050" actId="20577"/>
      <pc:docMkLst>
        <pc:docMk/>
      </pc:docMkLst>
      <pc:sldChg chg="addSp delSp modSp mod">
        <pc:chgData name="Carlos Demontieux" userId="9ebd62e747159e42" providerId="LiveId" clId="{2E2AF9A0-1E00-48C3-BCB3-51C2CDEAAF28}" dt="2026-08-28T16:15:28.919" v="1050" actId="20577"/>
        <pc:sldMkLst>
          <pc:docMk/>
          <pc:sldMk cId="581330736" sldId="256"/>
        </pc:sldMkLst>
        <pc:spChg chg="mod">
          <ac:chgData name="Carlos Demontieux" userId="9ebd62e747159e42" providerId="LiveId" clId="{2E2AF9A0-1E00-48C3-BCB3-51C2CDEAAF28}" dt="2026-08-28T16:15:28.919" v="1050" actId="20577"/>
          <ac:spMkLst>
            <pc:docMk/>
            <pc:sldMk cId="581330736" sldId="256"/>
            <ac:spMk id="3" creationId="{D56A40BE-177C-5B74-574C-0A07E6F55688}"/>
          </ac:spMkLst>
        </pc:spChg>
        <pc:spChg chg="add del mod">
          <ac:chgData name="Carlos Demontieux" userId="9ebd62e747159e42" providerId="LiveId" clId="{2E2AF9A0-1E00-48C3-BCB3-51C2CDEAAF28}" dt="2026-08-28T16:13:04.558" v="948" actId="21"/>
          <ac:spMkLst>
            <pc:docMk/>
            <pc:sldMk cId="581330736" sldId="256"/>
            <ac:spMk id="4" creationId="{823E59ED-DFE0-65F1-ABDF-6B8E4590A16A}"/>
          </ac:spMkLst>
        </pc:spChg>
        <pc:spChg chg="add mod">
          <ac:chgData name="Carlos Demontieux" userId="9ebd62e747159e42" providerId="LiveId" clId="{2E2AF9A0-1E00-48C3-BCB3-51C2CDEAAF28}" dt="2026-08-28T16:14:13.351" v="985" actId="1076"/>
          <ac:spMkLst>
            <pc:docMk/>
            <pc:sldMk cId="581330736" sldId="256"/>
            <ac:spMk id="5" creationId="{F17DB183-732B-FE83-87C4-0524F56FFEC6}"/>
          </ac:spMkLst>
        </pc:spChg>
        <pc:spChg chg="add mod">
          <ac:chgData name="Carlos Demontieux" userId="9ebd62e747159e42" providerId="LiveId" clId="{2E2AF9A0-1E00-48C3-BCB3-51C2CDEAAF28}" dt="2026-08-28T16:14:16.011" v="986" actId="1076"/>
          <ac:spMkLst>
            <pc:docMk/>
            <pc:sldMk cId="581330736" sldId="256"/>
            <ac:spMk id="6" creationId="{6B1CB1C0-F1FC-D479-BCC6-BA4D28C1D04D}"/>
          </ac:spMkLst>
        </pc:spChg>
        <pc:spChg chg="add mod">
          <ac:chgData name="Carlos Demontieux" userId="9ebd62e747159e42" providerId="LiveId" clId="{2E2AF9A0-1E00-48C3-BCB3-51C2CDEAAF28}" dt="2026-08-28T16:14:04.002" v="984" actId="1076"/>
          <ac:spMkLst>
            <pc:docMk/>
            <pc:sldMk cId="581330736" sldId="256"/>
            <ac:spMk id="7" creationId="{360BE11A-3822-40AB-BAE8-BCB7E61789A3}"/>
          </ac:spMkLst>
        </pc:spChg>
      </pc:sldChg>
      <pc:sldChg chg="addSp delSp modSp new del mod">
        <pc:chgData name="Carlos Demontieux" userId="9ebd62e747159e42" providerId="LiveId" clId="{2E2AF9A0-1E00-48C3-BCB3-51C2CDEAAF28}" dt="2026-08-28T16:12:14.126" v="901" actId="2696"/>
        <pc:sldMkLst>
          <pc:docMk/>
          <pc:sldMk cId="373753086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9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3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74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67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07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2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08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0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5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12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763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3329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38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067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788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4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85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86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1E4BC-486C-AEFF-2138-514CD2CB1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457"/>
            <a:ext cx="12192000" cy="1192161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AVISOS IABN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6A40BE-177C-5B74-574C-0A07E6F55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8516" y="1651822"/>
            <a:ext cx="10053483" cy="4925961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pt-BR" sz="2800" b="1" u="sng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Terça-feira</a:t>
            </a:r>
            <a:endParaRPr lang="pt-BR" sz="2800" b="1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2800" b="1" cap="none" dirty="0">
                <a:solidFill>
                  <a:schemeClr val="tx1"/>
                </a:solidFill>
                <a:latin typeface="Aptos" panose="020B0004020202020204" pitchFamily="34" charset="0"/>
              </a:rPr>
              <a:t>19h30 – PG’s Conexão</a:t>
            </a:r>
          </a:p>
          <a:p>
            <a:pPr>
              <a:spcAft>
                <a:spcPts val="600"/>
              </a:spcAft>
            </a:pPr>
            <a:r>
              <a:rPr lang="pt-BR" sz="2800" b="1" u="sng" cap="none" dirty="0">
                <a:solidFill>
                  <a:srgbClr val="FFFF00"/>
                </a:solidFill>
                <a:latin typeface="Aptos" panose="020B0004020202020204" pitchFamily="34" charset="0"/>
              </a:rPr>
              <a:t>Quarta-feira</a:t>
            </a:r>
            <a:r>
              <a:rPr lang="pt-BR" sz="2800" b="1" cap="none" dirty="0">
                <a:solidFill>
                  <a:srgbClr val="FFFF00"/>
                </a:solidFill>
                <a:latin typeface="Aptos" panose="020B0004020202020204" pitchFamily="34" charset="0"/>
              </a:rPr>
              <a:t> (20/05)</a:t>
            </a:r>
          </a:p>
          <a:p>
            <a:pPr>
              <a:spcAft>
                <a:spcPts val="600"/>
              </a:spcAft>
            </a:pPr>
            <a:r>
              <a:rPr lang="pt-BR" sz="2800" b="1" cap="none" dirty="0">
                <a:solidFill>
                  <a:schemeClr val="tx1"/>
                </a:solidFill>
                <a:latin typeface="Aptos" panose="020B0004020202020204" pitchFamily="34" charset="0"/>
              </a:rPr>
              <a:t>19h30 – Sala de Oração</a:t>
            </a:r>
          </a:p>
          <a:p>
            <a:pPr>
              <a:spcAft>
                <a:spcPts val="600"/>
              </a:spcAft>
            </a:pPr>
            <a:r>
              <a:rPr lang="pt-BR" sz="2800" b="1" cap="none" dirty="0">
                <a:solidFill>
                  <a:schemeClr val="tx1"/>
                </a:solidFill>
                <a:latin typeface="Aptos" panose="020B0004020202020204" pitchFamily="34" charset="0"/>
              </a:rPr>
              <a:t>20h00 – Escola Bíblica</a:t>
            </a:r>
          </a:p>
          <a:p>
            <a:pPr>
              <a:spcAft>
                <a:spcPts val="600"/>
              </a:spcAft>
            </a:pPr>
            <a:r>
              <a:rPr lang="pt-BR" sz="2800" b="1" cap="none" dirty="0">
                <a:solidFill>
                  <a:schemeClr val="tx1"/>
                </a:solidFill>
                <a:latin typeface="Aptos" panose="020B0004020202020204" pitchFamily="34" charset="0"/>
              </a:rPr>
              <a:t>20h50 – Ensaio do Louvor</a:t>
            </a:r>
          </a:p>
          <a:p>
            <a:pPr>
              <a:spcAft>
                <a:spcPts val="600"/>
              </a:spcAft>
            </a:pPr>
            <a:r>
              <a:rPr lang="pt-BR" sz="2800" b="1" u="sng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Domingo</a:t>
            </a:r>
            <a:r>
              <a:rPr lang="pt-BR" sz="2800" b="1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(24/05)</a:t>
            </a:r>
          </a:p>
          <a:p>
            <a:pPr>
              <a:spcAft>
                <a:spcPts val="600"/>
              </a:spcAft>
            </a:pPr>
            <a:r>
              <a:rPr lang="pt-BR" sz="2800" b="1" cap="none" dirty="0">
                <a:solidFill>
                  <a:schemeClr val="tx1"/>
                </a:solidFill>
                <a:latin typeface="Aptos" panose="020B0004020202020204" pitchFamily="34" charset="0"/>
              </a:rPr>
              <a:t>09h30 – Culto de Celebração (</a:t>
            </a:r>
            <a:r>
              <a:rPr lang="pt-BR" sz="2800" cap="none" dirty="0">
                <a:solidFill>
                  <a:schemeClr val="tx1"/>
                </a:solidFill>
                <a:latin typeface="Aptos" panose="020B0004020202020204" pitchFamily="34" charset="0"/>
              </a:rPr>
              <a:t>primeiro do mês)</a:t>
            </a:r>
            <a:endParaRPr lang="pt-BR" sz="2800" b="1" cap="none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2800" b="1" cap="none" dirty="0">
                <a:solidFill>
                  <a:schemeClr val="tx1"/>
                </a:solidFill>
                <a:latin typeface="Aptos" panose="020B0004020202020204" pitchFamily="34" charset="0"/>
              </a:rPr>
              <a:t>18h30 – Culto </a:t>
            </a:r>
            <a:r>
              <a:rPr lang="pt-BR" sz="2800" b="1" cap="none">
                <a:solidFill>
                  <a:schemeClr val="tx1"/>
                </a:solidFill>
                <a:latin typeface="Aptos" panose="020B0004020202020204" pitchFamily="34" charset="0"/>
              </a:rPr>
              <a:t>de Celebração</a:t>
            </a:r>
            <a:endParaRPr lang="pt-BR" sz="2800" b="1" cap="none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endParaRPr lang="pt-BR" sz="2800" cap="none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67BF9FC-03F5-1C7C-8794-BA7E0D2F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309122" y="64486"/>
            <a:ext cx="1435077" cy="119216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F17DB183-732B-FE83-87C4-0524F56FFEC6}"/>
              </a:ext>
            </a:extLst>
          </p:cNvPr>
          <p:cNvSpPr/>
          <p:nvPr/>
        </p:nvSpPr>
        <p:spPr>
          <a:xfrm>
            <a:off x="1499727" y="2668955"/>
            <a:ext cx="6387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B1CB1C0-F1FC-D479-BCC6-BA4D28C1D04D}"/>
              </a:ext>
            </a:extLst>
          </p:cNvPr>
          <p:cNvSpPr/>
          <p:nvPr/>
        </p:nvSpPr>
        <p:spPr>
          <a:xfrm>
            <a:off x="1475288" y="1613943"/>
            <a:ext cx="6387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360BE11A-3822-40AB-BAE8-BCB7E61789A3}"/>
              </a:ext>
            </a:extLst>
          </p:cNvPr>
          <p:cNvSpPr/>
          <p:nvPr/>
        </p:nvSpPr>
        <p:spPr>
          <a:xfrm>
            <a:off x="1499727" y="4721546"/>
            <a:ext cx="63878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30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156</TotalTime>
  <Words>44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Berlin Sans FB Demi</vt:lpstr>
      <vt:lpstr>Century Gothic</vt:lpstr>
      <vt:lpstr>Wingdings 3</vt:lpstr>
      <vt:lpstr>Íon</vt:lpstr>
      <vt:lpstr>AVISOS IABN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Demontieux</dc:creator>
  <cp:lastModifiedBy>Carlos Demontieux</cp:lastModifiedBy>
  <cp:revision>1</cp:revision>
  <dcterms:created xsi:type="dcterms:W3CDTF">2026-04-19T19:46:08Z</dcterms:created>
  <dcterms:modified xsi:type="dcterms:W3CDTF">2026-08-28T16:15:34Z</dcterms:modified>
</cp:coreProperties>
</file>
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Demontieux" userId="9ebd62e747159e42" providerId="LiveId" clId="{2E2AF9A0-1E00-48C3-BCB3-51C2CDEAAF28}"/>
    <pc:docChg chg="custSel modSld">
      <pc:chgData name="Carlos Demontieux" userId="9ebd62e747159e42" providerId="LiveId" clId="{2E2AF9A0-1E00-48C3-BCB3-51C2CDEAAF28}" dt="2026-01-02T13:09:09.167" v="880" actId="20577"/>
      <pc:docMkLst>
        <pc:docMk/>
      </pc:docMkLst>
      <pc:sldChg chg="modSp mod">
        <pc:chgData name="Carlos Demontieux" userId="9ebd62e747159e42" providerId="LiveId" clId="{2E2AF9A0-1E00-48C3-BCB3-51C2CDEAAF28}" dt="2026-01-02T12:48:21.932" v="653" actId="1076"/>
        <pc:sldMkLst>
          <pc:docMk/>
          <pc:sldMk cId="0" sldId="260"/>
        </pc:sldMkLst>
        <pc:spChg chg="mod">
          <ac:chgData name="Carlos Demontieux" userId="9ebd62e747159e42" providerId="LiveId" clId="{2E2AF9A0-1E00-48C3-BCB3-51C2CDEAAF28}" dt="2026-01-02T12:47:23.521" v="647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Carlos Demontieux" userId="9ebd62e747159e42" providerId="LiveId" clId="{2E2AF9A0-1E00-48C3-BCB3-51C2CDEAAF28}" dt="2026-01-02T12:47:35.270" v="648" actId="255"/>
          <ac:spMkLst>
            <pc:docMk/>
            <pc:sldMk cId="0" sldId="260"/>
            <ac:spMk id="9" creationId="{00000000-0000-0000-0000-000000000000}"/>
          </ac:spMkLst>
        </pc:spChg>
        <pc:picChg chg="mod modCrop">
          <ac:chgData name="Carlos Demontieux" userId="9ebd62e747159e42" providerId="LiveId" clId="{2E2AF9A0-1E00-48C3-BCB3-51C2CDEAAF28}" dt="2026-01-02T12:48:21.932" v="653" actId="1076"/>
          <ac:picMkLst>
            <pc:docMk/>
            <pc:sldMk cId="0" sldId="260"/>
            <ac:picMk id="7" creationId="{00000000-0000-0000-0000-000000000000}"/>
          </ac:picMkLst>
        </pc:picChg>
      </pc:sldChg>
      <pc:sldChg chg="modSp mod">
        <pc:chgData name="Carlos Demontieux" userId="9ebd62e747159e42" providerId="LiveId" clId="{2E2AF9A0-1E00-48C3-BCB3-51C2CDEAAF28}" dt="2026-01-02T13:09:09.167" v="880" actId="20577"/>
        <pc:sldMkLst>
          <pc:docMk/>
          <pc:sldMk cId="1284699730" sldId="261"/>
        </pc:sldMkLst>
        <pc:graphicFrameChg chg="mod modGraphic">
          <ac:chgData name="Carlos Demontieux" userId="9ebd62e747159e42" providerId="LiveId" clId="{2E2AF9A0-1E00-48C3-BCB3-51C2CDEAAF28}" dt="2026-01-02T13:09:09.167" v="880" actId="20577"/>
          <ac:graphicFrameMkLst>
            <pc:docMk/>
            <pc:sldMk cId="1284699730" sldId="261"/>
            <ac:graphicFrameMk id="4" creationId="{E8095990-B4CD-78B4-D3F9-B57C1D087F5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9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703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6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558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20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896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33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42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255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9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06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205BD-4607-41CD-A6D4-E5281DA2A525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70AE6-E968-469C-82B1-258FAABF0E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3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2"/>
          <p:cNvSpPr txBox="1"/>
          <p:nvPr/>
        </p:nvSpPr>
        <p:spPr>
          <a:xfrm>
            <a:off x="638881" y="689215"/>
            <a:ext cx="10909640" cy="1617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ct val="0"/>
              </a:spcBef>
              <a:spcAft>
                <a:spcPts val="600"/>
              </a:spcAft>
            </a:pPr>
            <a:r>
              <a:rPr lang="en-US" sz="6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TEMA CENTRAL DO ANO 2026</a:t>
            </a:r>
          </a:p>
        </p:txBody>
      </p:sp>
      <p:sp>
        <p:nvSpPr>
          <p:cNvPr id="9" name="Retângulo 8"/>
          <p:cNvSpPr/>
          <p:nvPr/>
        </p:nvSpPr>
        <p:spPr>
          <a:xfrm>
            <a:off x="0" y="1922561"/>
            <a:ext cx="12188951" cy="9223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pt-BR" sz="2400" b="1" i="1" dirty="0"/>
              <a:t>“Enraizados em Cristo, frutificando para a glória de Deus”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pt-BR" sz="2800" spc="50" dirty="0">
                <a:ln w="0"/>
              </a:rPr>
              <a:t>Colossenses 2:6,7</a:t>
            </a:r>
            <a:endParaRPr lang="en-US" sz="2800" spc="50" dirty="0">
              <a:ln w="0"/>
            </a:endParaRPr>
          </a:p>
        </p:txBody>
      </p:sp>
      <p:sp>
        <p:nvSpPr>
          <p:cNvPr id="16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Logotipo, nome da empresa&#10;&#10;Descrição gerada automaticamente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946"/>
          <a:stretch>
            <a:fillRect/>
          </a:stretch>
        </p:blipFill>
        <p:spPr>
          <a:xfrm>
            <a:off x="4128424" y="2995687"/>
            <a:ext cx="3930554" cy="3370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E8095990-B4CD-78B4-D3F9-B57C1D087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274252"/>
              </p:ext>
            </p:extLst>
          </p:nvPr>
        </p:nvGraphicFramePr>
        <p:xfrm>
          <a:off x="0" y="-10"/>
          <a:ext cx="12192000" cy="6951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95055">
                  <a:extLst>
                    <a:ext uri="{9D8B030D-6E8A-4147-A177-3AD203B41FA5}">
                      <a16:colId xmlns:a16="http://schemas.microsoft.com/office/drawing/2014/main" val="251793975"/>
                    </a:ext>
                  </a:extLst>
                </a:gridCol>
                <a:gridCol w="7592290">
                  <a:extLst>
                    <a:ext uri="{9D8B030D-6E8A-4147-A177-3AD203B41FA5}">
                      <a16:colId xmlns:a16="http://schemas.microsoft.com/office/drawing/2014/main" val="1094409542"/>
                    </a:ext>
                  </a:extLst>
                </a:gridCol>
                <a:gridCol w="2604655">
                  <a:extLst>
                    <a:ext uri="{9D8B030D-6E8A-4147-A177-3AD203B41FA5}">
                      <a16:colId xmlns:a16="http://schemas.microsoft.com/office/drawing/2014/main" val="2385926159"/>
                    </a:ext>
                  </a:extLst>
                </a:gridCol>
              </a:tblGrid>
              <a:tr h="568046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Temas Mensais da Igreja Apostólica Boas Novas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125754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Janeiro/2026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Firmados no Santo Evangelho!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 Coríntios 16:13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366789"/>
                  </a:ext>
                </a:extLst>
              </a:tr>
              <a:tr h="580825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Fevereiro/2026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/>
                        <a:t>Enraizados na Palavra</a:t>
                      </a:r>
                      <a:r>
                        <a:rPr lang="pt-BR" sz="1800" dirty="0"/>
                        <a:t>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Salmos 1:1,2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500173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Março/2026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Uma igreja que ora!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Jeremias 29:13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984474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Abril/2026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Crescendo em santidade!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Hebreus 12:14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650277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Maio/2026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Vida plena no corpo de Cristo!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Colossians 2:9-10</a:t>
                      </a:r>
                      <a:endParaRPr lang="pt-B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634330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Junho/2026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Chamado para servir!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João 12:26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14557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Julho/2026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Frutificando no Espírito!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Gálatas 5:22,23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878556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Agosto/2026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Famílias enraizadas!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Salmos 127:1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458961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Setembro/2026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Santidade e poder!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 Pedro 1:15,16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476310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Outubro/2026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Vivendo a Fé Reformada!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Romanos 1:17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950126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Novembro/2026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Gratidão e Generosidade!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2 Coríntios 9:11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079768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Dezembro/2026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O Maravilho Advento!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Isaías 9:6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42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6997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142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 2013 - 2022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Carlos Demontieux</dc:creator>
  <cp:lastModifiedBy>Carlos Demontieux</cp:lastModifiedBy>
  <cp:revision>67</cp:revision>
  <dcterms:created xsi:type="dcterms:W3CDTF">2022-03-10T18:22:00Z</dcterms:created>
  <dcterms:modified xsi:type="dcterms:W3CDTF">2026-01-02T13:11:07Z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5E610B12B1A7442891092D3BC866C172</vt:lpwstr>
  </property>
  <property fmtid="{D5CDD505-2E9C-101B-9397-08002B2CF9AE}" pid="3" name="KSOProductBuildVer">
    <vt:lpwstr>1046-12.2.0.19307</vt:lpwstr>
  </property>
</Properties>
</file>